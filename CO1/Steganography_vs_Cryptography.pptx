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5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 vs Cryptography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Security in the Digital World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|  Cryptography &amp; Information Security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16F83-904C-B80F-6A99-F9B98CB7679E}"/>
              </a:ext>
            </a:extLst>
          </p:cNvPr>
          <p:cNvSpPr txBox="1"/>
          <p:nvPr/>
        </p:nvSpPr>
        <p:spPr>
          <a:xfrm rot="10800000" flipV="1">
            <a:off x="4937760" y="1211580"/>
            <a:ext cx="3684694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CSA5116-CRYPTOGRAPHY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93999-3E76-FCA0-3598-C01A6B440CB5}"/>
              </a:ext>
            </a:extLst>
          </p:cNvPr>
          <p:cNvSpPr txBox="1"/>
          <p:nvPr/>
        </p:nvSpPr>
        <p:spPr>
          <a:xfrm>
            <a:off x="9758680" y="5340773"/>
            <a:ext cx="243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Name:Siddharth.k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Reg no::192521205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319FC-412D-1EEB-EAFA-ADC4DE06A31D}"/>
              </a:ext>
            </a:extLst>
          </p:cNvPr>
          <p:cNvSpPr txBox="1"/>
          <p:nvPr/>
        </p:nvSpPr>
        <p:spPr>
          <a:xfrm>
            <a:off x="922867" y="5393174"/>
            <a:ext cx="2504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Guided by :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Dr.Anbalagan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19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20848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protecting digital information matters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19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20848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 data so only the right key can read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3547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the very existence of a message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3547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both approaches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645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4645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0109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for each technique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4805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4645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0" y="4645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Together &amp; Real-World Uses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50109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for stronger security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9436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Cryptography?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transforming readable data (plaintext) into an unreadable form (ciphertext) using an algorithm and a key, so only someone with the correct key can reverse the process.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43814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visibly scrambled — an observer knows a secret exists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0599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67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relies on a mathematical key, not secrecy of the method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68172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897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AES, RSA, elliptic-curve cryptography, HTTPS/TLS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3200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200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675120" y="45720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information faces two very different kinds of threats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intercepts the message and reads its content directly.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709160"/>
            <a:ext cx="4389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Cryptography — scramble the content.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0" y="22860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notices a secret message even exists and is being sent.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4709160"/>
            <a:ext cx="4389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Steganography — hide the message itself.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Steganography?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concealing a secret message inside an ordinary-looking cover file — an image, audio clip, video, or text — so that its very existence stays hidden from anyone but the intended recipient.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33009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file looks completely normal — no visible secret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2277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relies on the secret staying undetected, not just unreadable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445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525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hiding text in image pixels, audio watermarking, invisible ink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6916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Message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Cover Image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0" y="2423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675120" y="30632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675120" y="44348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434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 Image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(looks normal)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techniques creates two independent layers of protection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0195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60195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secret message into ciphertext with a 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38678" y="30632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0430" y="210312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0545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60545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7759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3310" y="3566160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that ciphertext inside a cover image or audio 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9028" y="30632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40780" y="210312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0895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60895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7794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3660" y="3566160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ordinary-looking stego file openly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9378" y="30632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41130" y="210312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1245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961245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7829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Decrypt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24010" y="3566160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pulls out the ciphertext, then decrypts 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stego file is discovered, the hidden data is still encrypted — and even if the encryption is suspected, the message is still hidden.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CADCFC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5420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&amp; payment security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6499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172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for secure websites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8795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995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messaging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501091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818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&amp; certificates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66560" y="254203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 for copyright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33649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172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 channels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418795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995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tracking of leaked files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50109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4818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metadata in medical images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content by making it unreadable without a key.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protects communication by hiding that it exists at all.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4564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replaces the other — together they provide layered, stronger security.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32511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 depends on whether the threat is reading data or detecting it.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517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Siddharth K</cp:lastModifiedBy>
  <cp:revision>2</cp:revision>
  <dcterms:created xsi:type="dcterms:W3CDTF">2026-07-22T09:06:59Z</dcterms:created>
  <dcterms:modified xsi:type="dcterms:W3CDTF">2026-07-22T09:20:23Z</dcterms:modified>
</cp:coreProperties>
</file>